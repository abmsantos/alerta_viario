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Balanço de Sinistros e Óbitos no Trânsito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Ribeirão Preto</a:t>
            </a:r>
          </a:p>
          <a:p>
            <a:r>
              <a:t>Departamento de Segurança Viária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relatório apresenta a evolução dos sinistros e óbitos no trânsito, com foco na redução de vítimas fatais e apoio à tomada de decisão estratégica.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Quadro Resumo 2024 x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2025</a:t>
            </a:r>
          </a:p>
          <a:p>
            <a:r>
              <a:t>Óbitos: 86</a:t>
            </a:r>
          </a:p>
          <a:p>
            <a:r>
              <a:t>Sinistros não fatais: 1746</a:t>
            </a:r>
          </a:p>
          <a:p/>
          <a:p>
            <a:r>
              <a:t>2024</a:t>
            </a:r>
          </a:p>
          <a:p>
            <a:r>
              <a:t>Óbitos: 108</a:t>
            </a:r>
          </a:p>
          <a:p>
            <a:r>
              <a:t>Sinistros não fatais: 3089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Comparativo por Modal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grafico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Óbitos por Mês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grafico_men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Ranking de Vias Críticas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1º Av. Dr. Francisco Junqueira</a:t>
            </a:r>
          </a:p>
          <a:p>
            <a:r>
              <a:t>2º Av. Independência</a:t>
            </a:r>
          </a:p>
          <a:p>
            <a:r>
              <a:t>3º Av. Presidente Vargas</a:t>
            </a:r>
          </a:p>
          <a:p>
            <a:r>
              <a:t>4º Av. Prof. João Fiúsa</a:t>
            </a:r>
          </a:p>
          <a:p>
            <a:r>
              <a:t>5º Av. Maurílio Biagi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